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6D335-EFC6-4FFE-93AB-A8A487F8E45D}" v="8" dt="2026-05-18T14:59:12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2" autoAdjust="0"/>
    <p:restoredTop sz="94660"/>
  </p:normalViewPr>
  <p:slideViewPr>
    <p:cSldViewPr snapToGrid="0">
      <p:cViewPr varScale="1">
        <p:scale>
          <a:sx n="93" d="100"/>
          <a:sy n="93" d="100"/>
        </p:scale>
        <p:origin x="16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ANDHA V B" userId="8cbd33deab77d4db" providerId="LiveId" clId="{CD4503E5-6B9E-4E1A-8C72-18A023B49479}"/>
    <pc:docChg chg="undo custSel addSld delSld modSld sldOrd">
      <pc:chgData name="ARYANANDHA V B" userId="8cbd33deab77d4db" providerId="LiveId" clId="{CD4503E5-6B9E-4E1A-8C72-18A023B49479}" dt="2026-05-25T06:59:39.537" v="623" actId="1076"/>
      <pc:docMkLst>
        <pc:docMk/>
      </pc:docMkLst>
      <pc:sldChg chg="modSp mod">
        <pc:chgData name="ARYANANDHA V B" userId="8cbd33deab77d4db" providerId="LiveId" clId="{CD4503E5-6B9E-4E1A-8C72-18A023B49479}" dt="2026-05-18T13:36:39.795" v="360" actId="14100"/>
        <pc:sldMkLst>
          <pc:docMk/>
          <pc:sldMk cId="657093561" sldId="257"/>
        </pc:sldMkLst>
        <pc:spChg chg="mod">
          <ac:chgData name="ARYANANDHA V B" userId="8cbd33deab77d4db" providerId="LiveId" clId="{CD4503E5-6B9E-4E1A-8C72-18A023B49479}" dt="2026-05-18T13:36:39.795" v="360" actId="14100"/>
          <ac:spMkLst>
            <pc:docMk/>
            <pc:sldMk cId="657093561" sldId="257"/>
            <ac:spMk id="2" creationId="{D263C71F-7C9A-F1AC-A4E0-DA55BCF41721}"/>
          </ac:spMkLst>
        </pc:spChg>
      </pc:sldChg>
      <pc:sldChg chg="modSp mod">
        <pc:chgData name="ARYANANDHA V B" userId="8cbd33deab77d4db" providerId="LiveId" clId="{CD4503E5-6B9E-4E1A-8C72-18A023B49479}" dt="2026-05-18T13:36:14.741" v="358" actId="14100"/>
        <pc:sldMkLst>
          <pc:docMk/>
          <pc:sldMk cId="325015237" sldId="258"/>
        </pc:sldMkLst>
        <pc:spChg chg="mod">
          <ac:chgData name="ARYANANDHA V B" userId="8cbd33deab77d4db" providerId="LiveId" clId="{CD4503E5-6B9E-4E1A-8C72-18A023B49479}" dt="2026-05-18T13:36:14.741" v="358" actId="14100"/>
          <ac:spMkLst>
            <pc:docMk/>
            <pc:sldMk cId="325015237" sldId="258"/>
            <ac:spMk id="2" creationId="{73CC4DCE-25A2-C6FD-4442-A9289EE4763C}"/>
          </ac:spMkLst>
        </pc:spChg>
      </pc:sldChg>
      <pc:sldChg chg="modSp mod">
        <pc:chgData name="ARYANANDHA V B" userId="8cbd33deab77d4db" providerId="LiveId" clId="{CD4503E5-6B9E-4E1A-8C72-18A023B49479}" dt="2026-05-18T13:36:06.224" v="357" actId="14100"/>
        <pc:sldMkLst>
          <pc:docMk/>
          <pc:sldMk cId="60147003" sldId="259"/>
        </pc:sldMkLst>
        <pc:spChg chg="mod">
          <ac:chgData name="ARYANANDHA V B" userId="8cbd33deab77d4db" providerId="LiveId" clId="{CD4503E5-6B9E-4E1A-8C72-18A023B49479}" dt="2026-05-18T13:36:06.224" v="357" actId="14100"/>
          <ac:spMkLst>
            <pc:docMk/>
            <pc:sldMk cId="60147003" sldId="259"/>
            <ac:spMk id="2" creationId="{8ACBCBDE-4D18-1068-F9F4-ED9B0F19EC68}"/>
          </ac:spMkLst>
        </pc:spChg>
      </pc:sldChg>
      <pc:sldChg chg="modSp mod">
        <pc:chgData name="ARYANANDHA V B" userId="8cbd33deab77d4db" providerId="LiveId" clId="{CD4503E5-6B9E-4E1A-8C72-18A023B49479}" dt="2026-05-18T13:36:00.757" v="356" actId="14100"/>
        <pc:sldMkLst>
          <pc:docMk/>
          <pc:sldMk cId="1946329614" sldId="260"/>
        </pc:sldMkLst>
        <pc:spChg chg="mod">
          <ac:chgData name="ARYANANDHA V B" userId="8cbd33deab77d4db" providerId="LiveId" clId="{CD4503E5-6B9E-4E1A-8C72-18A023B49479}" dt="2026-05-18T13:36:00.757" v="356" actId="14100"/>
          <ac:spMkLst>
            <pc:docMk/>
            <pc:sldMk cId="1946329614" sldId="260"/>
            <ac:spMk id="2" creationId="{6FF4E245-377F-F20E-3EE1-34CACB7B64BD}"/>
          </ac:spMkLst>
        </pc:spChg>
      </pc:sldChg>
      <pc:sldChg chg="modSp mod">
        <pc:chgData name="ARYANANDHA V B" userId="8cbd33deab77d4db" providerId="LiveId" clId="{CD4503E5-6B9E-4E1A-8C72-18A023B49479}" dt="2026-05-18T13:38:38.477" v="369" actId="20577"/>
        <pc:sldMkLst>
          <pc:docMk/>
          <pc:sldMk cId="463021694" sldId="261"/>
        </pc:sldMkLst>
        <pc:spChg chg="mod">
          <ac:chgData name="ARYANANDHA V B" userId="8cbd33deab77d4db" providerId="LiveId" clId="{CD4503E5-6B9E-4E1A-8C72-18A023B49479}" dt="2026-05-18T13:35:55.194" v="355" actId="14100"/>
          <ac:spMkLst>
            <pc:docMk/>
            <pc:sldMk cId="463021694" sldId="261"/>
            <ac:spMk id="2" creationId="{74FA1F43-F432-CE2C-76A3-0A5887F1BB38}"/>
          </ac:spMkLst>
        </pc:spChg>
        <pc:spChg chg="mod">
          <ac:chgData name="ARYANANDHA V B" userId="8cbd33deab77d4db" providerId="LiveId" clId="{CD4503E5-6B9E-4E1A-8C72-18A023B49479}" dt="2026-05-18T13:38:38.477" v="369" actId="20577"/>
          <ac:spMkLst>
            <pc:docMk/>
            <pc:sldMk cId="463021694" sldId="261"/>
            <ac:spMk id="3" creationId="{D9782646-17CB-A1DE-C812-107DE8991A0E}"/>
          </ac:spMkLst>
        </pc:spChg>
      </pc:sldChg>
      <pc:sldChg chg="modSp mod">
        <pc:chgData name="ARYANANDHA V B" userId="8cbd33deab77d4db" providerId="LiveId" clId="{CD4503E5-6B9E-4E1A-8C72-18A023B49479}" dt="2026-05-18T15:04:19.627" v="566" actId="113"/>
        <pc:sldMkLst>
          <pc:docMk/>
          <pc:sldMk cId="4063187132" sldId="262"/>
        </pc:sldMkLst>
        <pc:spChg chg="mod">
          <ac:chgData name="ARYANANDHA V B" userId="8cbd33deab77d4db" providerId="LiveId" clId="{CD4503E5-6B9E-4E1A-8C72-18A023B49479}" dt="2026-05-18T13:37:26.568" v="361" actId="14100"/>
          <ac:spMkLst>
            <pc:docMk/>
            <pc:sldMk cId="4063187132" sldId="262"/>
            <ac:spMk id="2" creationId="{FCFB83D9-3DFF-9C8D-9466-377A4292B759}"/>
          </ac:spMkLst>
        </pc:spChg>
        <pc:spChg chg="mod">
          <ac:chgData name="ARYANANDHA V B" userId="8cbd33deab77d4db" providerId="LiveId" clId="{CD4503E5-6B9E-4E1A-8C72-18A023B49479}" dt="2026-05-18T15:04:19.627" v="566" actId="113"/>
          <ac:spMkLst>
            <pc:docMk/>
            <pc:sldMk cId="4063187132" sldId="262"/>
            <ac:spMk id="3" creationId="{13204F3D-B5A0-B19B-B2EF-CB12A884618C}"/>
          </ac:spMkLst>
        </pc:spChg>
      </pc:sldChg>
      <pc:sldChg chg="addSp delSp modSp mod">
        <pc:chgData name="ARYANANDHA V B" userId="8cbd33deab77d4db" providerId="LiveId" clId="{CD4503E5-6B9E-4E1A-8C72-18A023B49479}" dt="2026-05-18T14:40:51.481" v="487" actId="1076"/>
        <pc:sldMkLst>
          <pc:docMk/>
          <pc:sldMk cId="3143379831" sldId="263"/>
        </pc:sldMkLst>
        <pc:spChg chg="mod">
          <ac:chgData name="ARYANANDHA V B" userId="8cbd33deab77d4db" providerId="LiveId" clId="{CD4503E5-6B9E-4E1A-8C72-18A023B49479}" dt="2026-05-18T14:40:03.727" v="482" actId="1076"/>
          <ac:spMkLst>
            <pc:docMk/>
            <pc:sldMk cId="3143379831" sldId="263"/>
            <ac:spMk id="2" creationId="{F6482F55-3EF7-9F0B-411B-B423193E82B7}"/>
          </ac:spMkLst>
        </pc:spChg>
        <pc:picChg chg="add mod ord modCrop">
          <ac:chgData name="ARYANANDHA V B" userId="8cbd33deab77d4db" providerId="LiveId" clId="{CD4503E5-6B9E-4E1A-8C72-18A023B49479}" dt="2026-05-18T14:40:51.481" v="487" actId="1076"/>
          <ac:picMkLst>
            <pc:docMk/>
            <pc:sldMk cId="3143379831" sldId="263"/>
            <ac:picMk id="5" creationId="{BE349185-FD70-B2EA-7B8A-A325B80592EC}"/>
          </ac:picMkLst>
        </pc:picChg>
      </pc:sldChg>
      <pc:sldChg chg="addSp delSp modSp new mod">
        <pc:chgData name="ARYANANDHA V B" userId="8cbd33deab77d4db" providerId="LiveId" clId="{CD4503E5-6B9E-4E1A-8C72-18A023B49479}" dt="2026-05-25T06:51:21.588" v="593" actId="14100"/>
        <pc:sldMkLst>
          <pc:docMk/>
          <pc:sldMk cId="2821428302" sldId="264"/>
        </pc:sldMkLst>
        <pc:spChg chg="mod">
          <ac:chgData name="ARYANANDHA V B" userId="8cbd33deab77d4db" providerId="LiveId" clId="{CD4503E5-6B9E-4E1A-8C72-18A023B49479}" dt="2026-05-18T14:54:20.225" v="498" actId="20577"/>
          <ac:spMkLst>
            <pc:docMk/>
            <pc:sldMk cId="2821428302" sldId="264"/>
            <ac:spMk id="2" creationId="{D3065728-F7FC-8E63-39EF-F75F8F03C10C}"/>
          </ac:spMkLst>
        </pc:spChg>
        <pc:spChg chg="del">
          <ac:chgData name="ARYANANDHA V B" userId="8cbd33deab77d4db" providerId="LiveId" clId="{CD4503E5-6B9E-4E1A-8C72-18A023B49479}" dt="2026-05-25T06:49:40.682" v="581" actId="931"/>
          <ac:spMkLst>
            <pc:docMk/>
            <pc:sldMk cId="2821428302" sldId="264"/>
            <ac:spMk id="3" creationId="{9895C279-B3C7-BA5B-502D-58CBAE01B790}"/>
          </ac:spMkLst>
        </pc:spChg>
        <pc:picChg chg="add mod ord modCrop">
          <ac:chgData name="ARYANANDHA V B" userId="8cbd33deab77d4db" providerId="LiveId" clId="{CD4503E5-6B9E-4E1A-8C72-18A023B49479}" dt="2026-05-25T06:51:21.588" v="593" actId="14100"/>
          <ac:picMkLst>
            <pc:docMk/>
            <pc:sldMk cId="2821428302" sldId="264"/>
            <ac:picMk id="5" creationId="{5179530B-C5E5-DAB9-8F8E-6240431F0EB0}"/>
          </ac:picMkLst>
        </pc:picChg>
        <pc:picChg chg="add mod modCrop">
          <ac:chgData name="ARYANANDHA V B" userId="8cbd33deab77d4db" providerId="LiveId" clId="{CD4503E5-6B9E-4E1A-8C72-18A023B49479}" dt="2026-05-25T06:51:13.434" v="592" actId="14100"/>
          <ac:picMkLst>
            <pc:docMk/>
            <pc:sldMk cId="2821428302" sldId="264"/>
            <ac:picMk id="7" creationId="{0FBBA06D-F7B9-75DA-887B-7AA73F7D61BC}"/>
          </ac:picMkLst>
        </pc:picChg>
      </pc:sldChg>
      <pc:sldChg chg="modSp new mod">
        <pc:chgData name="ARYANANDHA V B" userId="8cbd33deab77d4db" providerId="LiveId" clId="{CD4503E5-6B9E-4E1A-8C72-18A023B49479}" dt="2026-05-18T15:05:30.064" v="567" actId="113"/>
        <pc:sldMkLst>
          <pc:docMk/>
          <pc:sldMk cId="1950933659" sldId="265"/>
        </pc:sldMkLst>
        <pc:spChg chg="mod">
          <ac:chgData name="ARYANANDHA V B" userId="8cbd33deab77d4db" providerId="LiveId" clId="{CD4503E5-6B9E-4E1A-8C72-18A023B49479}" dt="2026-05-18T14:55:17.618" v="514" actId="1076"/>
          <ac:spMkLst>
            <pc:docMk/>
            <pc:sldMk cId="1950933659" sldId="265"/>
            <ac:spMk id="2" creationId="{3EA53CAE-2769-DDDF-546E-260BAB4066CD}"/>
          </ac:spMkLst>
        </pc:spChg>
        <pc:spChg chg="mod">
          <ac:chgData name="ARYANANDHA V B" userId="8cbd33deab77d4db" providerId="LiveId" clId="{CD4503E5-6B9E-4E1A-8C72-18A023B49479}" dt="2026-05-18T15:05:30.064" v="567" actId="113"/>
          <ac:spMkLst>
            <pc:docMk/>
            <pc:sldMk cId="1950933659" sldId="265"/>
            <ac:spMk id="3" creationId="{59EF0A1B-817A-B1D3-4DB0-861F85C18F5B}"/>
          </ac:spMkLst>
        </pc:spChg>
      </pc:sldChg>
      <pc:sldChg chg="modSp new mod">
        <pc:chgData name="ARYANANDHA V B" userId="8cbd33deab77d4db" providerId="LiveId" clId="{CD4503E5-6B9E-4E1A-8C72-18A023B49479}" dt="2026-05-18T15:05:35.594" v="568" actId="113"/>
        <pc:sldMkLst>
          <pc:docMk/>
          <pc:sldMk cId="2981562916" sldId="266"/>
        </pc:sldMkLst>
        <pc:spChg chg="mod">
          <ac:chgData name="ARYANANDHA V B" userId="8cbd33deab77d4db" providerId="LiveId" clId="{CD4503E5-6B9E-4E1A-8C72-18A023B49479}" dt="2026-05-18T15:03:18.912" v="564" actId="113"/>
          <ac:spMkLst>
            <pc:docMk/>
            <pc:sldMk cId="2981562916" sldId="266"/>
            <ac:spMk id="2" creationId="{BED367EA-195F-5791-68FC-7C4E2E15C3AA}"/>
          </ac:spMkLst>
        </pc:spChg>
        <pc:spChg chg="mod">
          <ac:chgData name="ARYANANDHA V B" userId="8cbd33deab77d4db" providerId="LiveId" clId="{CD4503E5-6B9E-4E1A-8C72-18A023B49479}" dt="2026-05-18T15:05:35.594" v="568" actId="113"/>
          <ac:spMkLst>
            <pc:docMk/>
            <pc:sldMk cId="2981562916" sldId="266"/>
            <ac:spMk id="3" creationId="{9AB313AF-8A63-3271-2E83-EB8AF04DE9FE}"/>
          </ac:spMkLst>
        </pc:spChg>
      </pc:sldChg>
      <pc:sldChg chg="addSp delSp modSp new mod ord">
        <pc:chgData name="ARYANANDHA V B" userId="8cbd33deab77d4db" providerId="LiveId" clId="{CD4503E5-6B9E-4E1A-8C72-18A023B49479}" dt="2026-05-25T06:55:50.071" v="607" actId="14100"/>
        <pc:sldMkLst>
          <pc:docMk/>
          <pc:sldMk cId="135953984" sldId="267"/>
        </pc:sldMkLst>
        <pc:spChg chg="del">
          <ac:chgData name="ARYANANDHA V B" userId="8cbd33deab77d4db" providerId="LiveId" clId="{CD4503E5-6B9E-4E1A-8C72-18A023B49479}" dt="2026-05-25T06:51:33.744" v="594" actId="478"/>
          <ac:spMkLst>
            <pc:docMk/>
            <pc:sldMk cId="135953984" sldId="267"/>
            <ac:spMk id="2" creationId="{6653E869-5C43-E1B5-FF44-3AC8BBC51AF8}"/>
          </ac:spMkLst>
        </pc:spChg>
        <pc:spChg chg="del">
          <ac:chgData name="ARYANANDHA V B" userId="8cbd33deab77d4db" providerId="LiveId" clId="{CD4503E5-6B9E-4E1A-8C72-18A023B49479}" dt="2026-05-25T06:51:36.677" v="595" actId="478"/>
          <ac:spMkLst>
            <pc:docMk/>
            <pc:sldMk cId="135953984" sldId="267"/>
            <ac:spMk id="3" creationId="{606DE17D-F4F6-5115-8BB7-03A1094B833E}"/>
          </ac:spMkLst>
        </pc:spChg>
        <pc:picChg chg="add mod modCrop">
          <ac:chgData name="ARYANANDHA V B" userId="8cbd33deab77d4db" providerId="LiveId" clId="{CD4503E5-6B9E-4E1A-8C72-18A023B49479}" dt="2026-05-25T06:52:58.330" v="601" actId="1076"/>
          <ac:picMkLst>
            <pc:docMk/>
            <pc:sldMk cId="135953984" sldId="267"/>
            <ac:picMk id="5" creationId="{41D76B65-C27E-A693-603D-08F0EED60FC3}"/>
          </ac:picMkLst>
        </pc:picChg>
        <pc:picChg chg="add mod">
          <ac:chgData name="ARYANANDHA V B" userId="8cbd33deab77d4db" providerId="LiveId" clId="{CD4503E5-6B9E-4E1A-8C72-18A023B49479}" dt="2026-05-25T06:55:50.071" v="607" actId="14100"/>
          <ac:picMkLst>
            <pc:docMk/>
            <pc:sldMk cId="135953984" sldId="267"/>
            <ac:picMk id="7" creationId="{385A5E0F-5A63-028C-5C0B-2B605C18B19B}"/>
          </ac:picMkLst>
        </pc:picChg>
      </pc:sldChg>
      <pc:sldChg chg="addSp delSp modSp new mod ord">
        <pc:chgData name="ARYANANDHA V B" userId="8cbd33deab77d4db" providerId="LiveId" clId="{CD4503E5-6B9E-4E1A-8C72-18A023B49479}" dt="2026-05-25T06:59:39.537" v="623" actId="1076"/>
        <pc:sldMkLst>
          <pc:docMk/>
          <pc:sldMk cId="3499024580" sldId="268"/>
        </pc:sldMkLst>
        <pc:spChg chg="del">
          <ac:chgData name="ARYANANDHA V B" userId="8cbd33deab77d4db" providerId="LiveId" clId="{CD4503E5-6B9E-4E1A-8C72-18A023B49479}" dt="2026-05-25T06:56:48.899" v="609" actId="478"/>
          <ac:spMkLst>
            <pc:docMk/>
            <pc:sldMk cId="3499024580" sldId="268"/>
            <ac:spMk id="2" creationId="{A8365E94-F000-E8BB-56FF-14C99196F02D}"/>
          </ac:spMkLst>
        </pc:spChg>
        <pc:spChg chg="del">
          <ac:chgData name="ARYANANDHA V B" userId="8cbd33deab77d4db" providerId="LiveId" clId="{CD4503E5-6B9E-4E1A-8C72-18A023B49479}" dt="2026-05-25T06:56:41.838" v="608" actId="22"/>
          <ac:spMkLst>
            <pc:docMk/>
            <pc:sldMk cId="3499024580" sldId="268"/>
            <ac:spMk id="3" creationId="{14D19715-B89C-7F92-9218-DBE19D768794}"/>
          </ac:spMkLst>
        </pc:spChg>
        <pc:picChg chg="add mod ord">
          <ac:chgData name="ARYANANDHA V B" userId="8cbd33deab77d4db" providerId="LiveId" clId="{CD4503E5-6B9E-4E1A-8C72-18A023B49479}" dt="2026-05-25T06:59:31.581" v="620" actId="1076"/>
          <ac:picMkLst>
            <pc:docMk/>
            <pc:sldMk cId="3499024580" sldId="268"/>
            <ac:picMk id="5" creationId="{2A5671D2-2C50-913D-276B-1F208AAB0CDA}"/>
          </ac:picMkLst>
        </pc:picChg>
        <pc:picChg chg="add del">
          <ac:chgData name="ARYANANDHA V B" userId="8cbd33deab77d4db" providerId="LiveId" clId="{CD4503E5-6B9E-4E1A-8C72-18A023B49479}" dt="2026-05-25T06:59:06.352" v="615" actId="478"/>
          <ac:picMkLst>
            <pc:docMk/>
            <pc:sldMk cId="3499024580" sldId="268"/>
            <ac:picMk id="7" creationId="{6F407FB0-C59D-5D93-733A-D9C59BC150CF}"/>
          </ac:picMkLst>
        </pc:picChg>
        <pc:picChg chg="add mod">
          <ac:chgData name="ARYANANDHA V B" userId="8cbd33deab77d4db" providerId="LiveId" clId="{CD4503E5-6B9E-4E1A-8C72-18A023B49479}" dt="2026-05-25T06:59:39.537" v="623" actId="1076"/>
          <ac:picMkLst>
            <pc:docMk/>
            <pc:sldMk cId="3499024580" sldId="268"/>
            <ac:picMk id="9" creationId="{DD09623B-A316-7D2D-8815-41356789E8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933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23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055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88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68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600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64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21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883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89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1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1F7-7EBC-46B6-97A0-7516EF06234D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33E886C-B2F0-495F-B851-8AF5B663C79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344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C1A2A-5233-02CB-B659-4A6C6F021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787" y="762969"/>
            <a:ext cx="11572567" cy="2541431"/>
          </a:xfrm>
        </p:spPr>
        <p:txBody>
          <a:bodyPr/>
          <a:lstStyle/>
          <a:p>
            <a:r>
              <a:rPr lang="en-IN" dirty="0"/>
              <a:t>Smart Car Parking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F6F050-CB64-87D3-C969-E25685786FD4}"/>
              </a:ext>
            </a:extLst>
          </p:cNvPr>
          <p:cNvSpPr txBox="1"/>
          <p:nvPr/>
        </p:nvSpPr>
        <p:spPr>
          <a:xfrm>
            <a:off x="9114503" y="3991896"/>
            <a:ext cx="2094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Presented By </a:t>
            </a:r>
          </a:p>
          <a:p>
            <a:r>
              <a:rPr lang="en-IN" dirty="0"/>
              <a:t>ARYANANDHA V B</a:t>
            </a:r>
          </a:p>
        </p:txBody>
      </p:sp>
    </p:spTree>
    <p:extLst>
      <p:ext uri="{BB962C8B-B14F-4D97-AF65-F5344CB8AC3E}">
        <p14:creationId xmlns:p14="http://schemas.microsoft.com/office/powerpoint/2010/main" val="431283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3C71F-7C9A-F1AC-A4E0-DA55BCF41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184988"/>
            <a:ext cx="9603275" cy="69186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B2AE7-394C-46C9-B870-04C1356B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Rapid increase in vehicle population has led to serious parking challenges in urban areas </a:t>
            </a:r>
          </a:p>
          <a:p>
            <a:r>
              <a:rPr lang="en-US" dirty="0"/>
              <a:t>Manual parking systems are inefficient and cause delays in locating available slots </a:t>
            </a:r>
          </a:p>
          <a:p>
            <a:r>
              <a:rPr lang="en-US" dirty="0"/>
              <a:t>Lack of real-time parking availability information creates confusion and wastage of time </a:t>
            </a:r>
          </a:p>
          <a:p>
            <a:r>
              <a:rPr lang="en-US" dirty="0"/>
              <a:t>Results in traffic congestion and highlights the need for a smart automated parking system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093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C4DCE-25A2-C6FD-4442-A9289EE47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1641"/>
            <a:ext cx="9603275" cy="622113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B23F9-F3F9-E634-AC1E-060BBEF3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wastage in finding a parking slot </a:t>
            </a:r>
          </a:p>
          <a:p>
            <a:r>
              <a:rPr lang="en-US" dirty="0"/>
              <a:t>Traffic congestion in parking areas.</a:t>
            </a:r>
          </a:p>
          <a:p>
            <a:r>
              <a:rPr lang="en-US" dirty="0"/>
              <a:t> Lack of real-time availability </a:t>
            </a:r>
            <a:r>
              <a:rPr lang="en-US" dirty="0" err="1"/>
              <a:t>infomartion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1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CBDE-4D18-1068-F9F4-ED9B0F19E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84988"/>
            <a:ext cx="9603275" cy="668766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1357-3B55-F0B8-B75C-918C59A2C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an automated parking system </a:t>
            </a:r>
          </a:p>
          <a:p>
            <a:r>
              <a:rPr lang="en-US" dirty="0"/>
              <a:t>Detect available slots in real-time </a:t>
            </a:r>
          </a:p>
          <a:p>
            <a:r>
              <a:rPr lang="en-US" dirty="0"/>
              <a:t>Display slot status to users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47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4E245-377F-F20E-3EE1-34CACB7B6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22310"/>
            <a:ext cx="9603275" cy="631444"/>
          </a:xfrm>
        </p:spPr>
        <p:txBody>
          <a:bodyPr/>
          <a:lstStyle/>
          <a:p>
            <a:r>
              <a:rPr lang="en-IN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B8DE8-A9BB-353B-D47E-C8C32A2D2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system is a </a:t>
            </a:r>
            <a:r>
              <a:rPr lang="en-US" b="1" dirty="0"/>
              <a:t>Computer Vision–based Smart Parking System</a:t>
            </a:r>
            <a:r>
              <a:rPr lang="en-US" dirty="0"/>
              <a:t> </a:t>
            </a:r>
          </a:p>
          <a:p>
            <a:r>
              <a:rPr lang="en-US" dirty="0"/>
              <a:t>A </a:t>
            </a:r>
            <a:r>
              <a:rPr lang="en-US" b="1" dirty="0"/>
              <a:t>webcam</a:t>
            </a:r>
            <a:r>
              <a:rPr lang="en-US" dirty="0"/>
              <a:t> is used to capture real-time video of the parking area </a:t>
            </a:r>
          </a:p>
          <a:p>
            <a:r>
              <a:rPr lang="en-US" b="1" dirty="0"/>
              <a:t>YOLO object detection model</a:t>
            </a:r>
            <a:r>
              <a:rPr lang="en-US" dirty="0"/>
              <a:t> identifies vehicles in the parking zone </a:t>
            </a:r>
          </a:p>
          <a:p>
            <a:r>
              <a:rPr lang="en-US" dirty="0"/>
              <a:t>Detected results are processed to determine </a:t>
            </a:r>
            <a:r>
              <a:rPr lang="en-US" b="1" dirty="0"/>
              <a:t>occupied and vacant parking slots</a:t>
            </a:r>
            <a:r>
              <a:rPr lang="en-US" dirty="0"/>
              <a:t> </a:t>
            </a:r>
          </a:p>
          <a:p>
            <a:r>
              <a:rPr lang="en-US" dirty="0"/>
              <a:t>An </a:t>
            </a:r>
            <a:r>
              <a:rPr lang="en-US" b="1" dirty="0"/>
              <a:t>automated gate control system</a:t>
            </a:r>
            <a:r>
              <a:rPr lang="en-US" dirty="0"/>
              <a:t> manages vehicle entry based on availability </a:t>
            </a:r>
          </a:p>
          <a:p>
            <a:r>
              <a:rPr lang="en-US" dirty="0"/>
              <a:t>The detected parking status is </a:t>
            </a:r>
            <a:r>
              <a:rPr lang="en-US" b="1" dirty="0"/>
              <a:t>updated in real-time to a web application dashboard</a:t>
            </a:r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632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A1F43-F432-CE2C-76A3-0A5887F1B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94318"/>
            <a:ext cx="9603275" cy="659436"/>
          </a:xfrm>
        </p:spPr>
        <p:txBody>
          <a:bodyPr/>
          <a:lstStyle/>
          <a:p>
            <a:r>
              <a:rPr lang="en-IN" dirty="0"/>
              <a:t>Hardware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82646-17CB-A1DE-C812-107DE8991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ESP 8266</a:t>
            </a:r>
          </a:p>
          <a:p>
            <a:r>
              <a:rPr lang="en-IN" dirty="0"/>
              <a:t>Servo Motor</a:t>
            </a:r>
          </a:p>
          <a:p>
            <a:r>
              <a:rPr lang="en-IN" dirty="0"/>
              <a:t>LCD Display</a:t>
            </a:r>
          </a:p>
          <a:p>
            <a:r>
              <a:rPr lang="en-IN" dirty="0"/>
              <a:t>Webcam</a:t>
            </a:r>
          </a:p>
        </p:txBody>
      </p:sp>
    </p:spTree>
    <p:extLst>
      <p:ext uri="{BB962C8B-B14F-4D97-AF65-F5344CB8AC3E}">
        <p14:creationId xmlns:p14="http://schemas.microsoft.com/office/powerpoint/2010/main" val="463021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83D9-3DFF-9C8D-9466-377A4292B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78294"/>
            <a:ext cx="9603275" cy="575460"/>
          </a:xfrm>
        </p:spPr>
        <p:txBody>
          <a:bodyPr>
            <a:normAutofit fontScale="90000"/>
          </a:bodyPr>
          <a:lstStyle/>
          <a:p>
            <a:r>
              <a:rPr lang="en-IN" dirty="0"/>
              <a:t>Software used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04F3D-B5A0-B19B-B2EF-CB12A8846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>
            <a:noAutofit/>
          </a:bodyPr>
          <a:lstStyle/>
          <a:p>
            <a:r>
              <a:rPr lang="en-IN" sz="1600" dirty="0"/>
              <a:t>Python &amp;Embedded C</a:t>
            </a:r>
          </a:p>
          <a:p>
            <a:r>
              <a:rPr lang="en-IN" sz="1600" dirty="0"/>
              <a:t>PyCharm</a:t>
            </a:r>
          </a:p>
          <a:p>
            <a:r>
              <a:rPr lang="en-IN" sz="1600" dirty="0"/>
              <a:t>VS Code</a:t>
            </a:r>
          </a:p>
          <a:p>
            <a:r>
              <a:rPr lang="en-IN" sz="1600" dirty="0"/>
              <a:t>Anaconda </a:t>
            </a:r>
          </a:p>
          <a:p>
            <a:r>
              <a:rPr lang="en-IN" sz="1600" dirty="0" err="1"/>
              <a:t>LabelImg</a:t>
            </a:r>
            <a:r>
              <a:rPr lang="en-IN" sz="1600" dirty="0"/>
              <a:t> </a:t>
            </a:r>
          </a:p>
          <a:p>
            <a:r>
              <a:rPr lang="en-IN" sz="1600" dirty="0"/>
              <a:t>OpenCV</a:t>
            </a:r>
          </a:p>
          <a:p>
            <a:r>
              <a:rPr lang="en-IN" sz="1600" dirty="0"/>
              <a:t>Google </a:t>
            </a:r>
            <a:r>
              <a:rPr lang="en-IN" sz="1600" dirty="0" err="1"/>
              <a:t>Colab</a:t>
            </a:r>
            <a:endParaRPr lang="en-IN" sz="1600" dirty="0"/>
          </a:p>
          <a:p>
            <a:r>
              <a:rPr lang="en-IN" sz="1600" dirty="0"/>
              <a:t>YOLO (You Only Look Once)</a:t>
            </a:r>
          </a:p>
          <a:p>
            <a:r>
              <a:rPr lang="en-IN" sz="1600" dirty="0"/>
              <a:t>Firebase</a:t>
            </a:r>
          </a:p>
          <a:p>
            <a:r>
              <a:rPr lang="en-IN" sz="1600" dirty="0"/>
              <a:t>AI Tools</a:t>
            </a:r>
          </a:p>
          <a:p>
            <a:pPr marL="0" indent="0">
              <a:buNone/>
            </a:pP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6318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2F55-3EF7-9F0B-411B-B423193E8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146" y="314959"/>
            <a:ext cx="9603275" cy="665035"/>
          </a:xfrm>
        </p:spPr>
        <p:txBody>
          <a:bodyPr/>
          <a:lstStyle/>
          <a:p>
            <a:r>
              <a:rPr lang="en-IN" dirty="0"/>
              <a:t>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349185-FD70-B2EA-7B8A-A325B8059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171" b="11847"/>
          <a:stretch>
            <a:fillRect/>
          </a:stretch>
        </p:blipFill>
        <p:spPr>
          <a:xfrm>
            <a:off x="720586" y="843280"/>
            <a:ext cx="10414774" cy="517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379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5728-F7FC-8E63-39EF-F75F8F03C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79530B-C5E5-DAB9-8F8E-6240431F0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1"/>
          <a:stretch>
            <a:fillRect/>
          </a:stretch>
        </p:blipFill>
        <p:spPr>
          <a:xfrm>
            <a:off x="1363580" y="1853754"/>
            <a:ext cx="4547936" cy="3612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BBA06D-F7B9-75DA-887B-7AA73F7D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023"/>
          <a:stretch>
            <a:fillRect/>
          </a:stretch>
        </p:blipFill>
        <p:spPr>
          <a:xfrm>
            <a:off x="5972854" y="2013284"/>
            <a:ext cx="5576595" cy="396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28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D76B65-C27E-A693-603D-08F0EED60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t="18817" b="18935"/>
          <a:stretch>
            <a:fillRect/>
          </a:stretch>
        </p:blipFill>
        <p:spPr>
          <a:xfrm>
            <a:off x="336884" y="352926"/>
            <a:ext cx="3837823" cy="421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5A5E0F-5A63-028C-5C0B-2B605C18B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213" y="425116"/>
            <a:ext cx="6417787" cy="421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3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5671D2-2C50-913D-276B-1F208AAB0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858" y="339508"/>
            <a:ext cx="5792457" cy="4128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9623B-A316-7D2D-8815-41356789E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1719"/>
            <a:ext cx="5054667" cy="384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24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3CAE-2769-DDDF-546E-260BAB406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07440"/>
            <a:ext cx="9603275" cy="1056640"/>
          </a:xfrm>
        </p:spPr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0A1B-817A-B1D3-4DB0-861F85C18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Efficient Parking Space Management</a:t>
            </a:r>
          </a:p>
          <a:p>
            <a:r>
              <a:rPr lang="en-US" dirty="0"/>
              <a:t>Reduced Traffic Congestion in Parking Areas</a:t>
            </a:r>
          </a:p>
          <a:p>
            <a:r>
              <a:rPr lang="en-US" dirty="0"/>
              <a:t>Real-Time Parking Availability Monitoring</a:t>
            </a:r>
          </a:p>
          <a:p>
            <a:r>
              <a:rPr lang="en-US" dirty="0"/>
              <a:t>Automated and Intelligent Access Control</a:t>
            </a:r>
          </a:p>
          <a:p>
            <a:r>
              <a:rPr lang="en-US" dirty="0"/>
              <a:t>Reduced Human Intervention</a:t>
            </a:r>
          </a:p>
          <a:p>
            <a:r>
              <a:rPr lang="en-US" dirty="0"/>
              <a:t>Cost-Effective Smart Parking Solution</a:t>
            </a:r>
          </a:p>
          <a:p>
            <a:r>
              <a:rPr lang="en-US" dirty="0"/>
              <a:t>Scalable and Easy to Deploy</a:t>
            </a:r>
          </a:p>
          <a:p>
            <a:r>
              <a:rPr lang="en-US" dirty="0"/>
              <a:t>Improved User Convenience and Time Efficiency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933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367EA-195F-5791-68FC-7C4E2E15C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0119"/>
            <a:ext cx="9603275" cy="1049235"/>
          </a:xfrm>
        </p:spPr>
        <p:txBody>
          <a:bodyPr/>
          <a:lstStyle/>
          <a:p>
            <a:r>
              <a:rPr lang="en-US" dirty="0"/>
              <a:t>Applications &amp; Future Scope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313AF-8A63-3271-2E83-EB8AF04D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Parking Management in Shopping Malls, Hospitals, Apartments, and Smart Cities</a:t>
            </a:r>
          </a:p>
          <a:p>
            <a:r>
              <a:rPr lang="en-US" dirty="0"/>
              <a:t>Integration with Mobile Applications for Real-Time Parking Monitoring</a:t>
            </a:r>
          </a:p>
          <a:p>
            <a:r>
              <a:rPr lang="en-US" dirty="0"/>
              <a:t>AI-Based Parking Prediction and Space </a:t>
            </a:r>
            <a:r>
              <a:rPr lang="en-US" dirty="0" err="1"/>
              <a:t>Optimisation</a:t>
            </a:r>
            <a:endParaRPr lang="en-US" dirty="0"/>
          </a:p>
          <a:p>
            <a:r>
              <a:rPr lang="en-US" dirty="0"/>
              <a:t>QR/RFID-Based Automated Vehicle Entry System</a:t>
            </a:r>
          </a:p>
          <a:p>
            <a:r>
              <a:rPr lang="en-US" dirty="0"/>
              <a:t>IoT Integration for Advanced Smart City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981562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FB13-7D6D-83CA-A6EA-9B69218C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0B7E-B3F0-A0DE-4F74-C6899BAD4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0119"/>
            <a:ext cx="9603275" cy="1049235"/>
          </a:xfrm>
        </p:spPr>
        <p:txBody>
          <a:bodyPr/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C1035-B2A5-EE47-618E-1EA2CBC48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conclusion, my project successfully demonstrates a smart parking system using AI and Computer Vision.</a:t>
            </a:r>
          </a:p>
          <a:p>
            <a:r>
              <a:rPr lang="en-US" dirty="0"/>
              <a:t>The system can detect parking availability in real time, automate gate control, and improve parking efficiency.</a:t>
            </a:r>
          </a:p>
          <a:p>
            <a:r>
              <a:rPr lang="en-US" dirty="0"/>
              <a:t>This project shows how AI can be applied in practical, real-world smart city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9708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7978-A090-5D3C-BCB2-040FE6C6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9D0D-F159-EA77-CD61-EEFC05262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787" y="762969"/>
            <a:ext cx="11572567" cy="2541431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40510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263</TotalTime>
  <Words>347</Words>
  <Application>Microsoft Office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Smart Car Parking System</vt:lpstr>
      <vt:lpstr>introduction</vt:lpstr>
      <vt:lpstr>Problem Statement</vt:lpstr>
      <vt:lpstr>OBJECTIVE</vt:lpstr>
      <vt:lpstr>System Overview</vt:lpstr>
      <vt:lpstr>Hardware Used</vt:lpstr>
      <vt:lpstr>Software used </vt:lpstr>
      <vt:lpstr>Workflow</vt:lpstr>
      <vt:lpstr>results</vt:lpstr>
      <vt:lpstr>PowerPoint Presentation</vt:lpstr>
      <vt:lpstr>PowerPoint Presentation</vt:lpstr>
      <vt:lpstr>Advantages</vt:lpstr>
      <vt:lpstr>Applications &amp; Future Scope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ARYANANDHA V B</dc:creator>
  <cp:lastModifiedBy>ARYANANDHA V B</cp:lastModifiedBy>
  <cp:revision>2</cp:revision>
  <dcterms:created xsi:type="dcterms:W3CDTF">2026-05-18T06:54:13Z</dcterms:created>
  <dcterms:modified xsi:type="dcterms:W3CDTF">2026-05-25T06:59:40Z</dcterms:modified>
</cp:coreProperties>
</file>